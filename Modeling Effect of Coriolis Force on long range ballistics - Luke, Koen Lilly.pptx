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ea9a5fcc_1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dea9a5fcc_1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ea9a5fcc_1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ea9a5fcc_1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ea9a5fc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ea9a5fc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ea9a5fc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ea9a5fc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ea9a5fcc_1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dea9a5fcc_1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e08a2a6de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e08a2a6de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 model the motion of the </a:t>
            </a:r>
            <a:r>
              <a:rPr lang="en"/>
              <a:t>projectile</a:t>
            </a:r>
            <a:r>
              <a:rPr lang="en"/>
              <a:t> we used the Euler’s method.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started by setting up the </a:t>
            </a:r>
            <a:r>
              <a:rPr lang="en"/>
              <a:t>libraries, constants, and inputs for positions of both ships. 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set up empty data arrays for acceleration, velocity, position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iterate through using the acceleration equations from the book for coriolis force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Breaks out of loop when z value hits zero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Uses the last value from the iteration to calculate the shift between where we aimed and were it hit.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Graphs to show how far off from where you aimed it lands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ea9a5fcc_1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ea9a5fcc_1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5b9451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5b9451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a new function we wrote for part 2 to account for the shift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Uses the shifted value to calculate new aiming cordinates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08a2a6d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08a2a6d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a new function we wrote for part 2 to </a:t>
            </a:r>
            <a:r>
              <a:rPr lang="en">
                <a:solidFill>
                  <a:schemeClr val="dk1"/>
                </a:solidFill>
              </a:rPr>
              <a:t>account</a:t>
            </a:r>
            <a:r>
              <a:rPr lang="en">
                <a:solidFill>
                  <a:schemeClr val="dk1"/>
                </a:solidFill>
              </a:rPr>
              <a:t> for the shift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Still uses the Euler Method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Uses the new aiming </a:t>
            </a:r>
            <a:r>
              <a:rPr lang="en">
                <a:solidFill>
                  <a:schemeClr val="dk1"/>
                </a:solidFill>
              </a:rPr>
              <a:t>coordinates</a:t>
            </a:r>
            <a:r>
              <a:rPr lang="en">
                <a:solidFill>
                  <a:schemeClr val="dk1"/>
                </a:solidFill>
              </a:rPr>
              <a:t> to re</a:t>
            </a:r>
            <a:r>
              <a:rPr lang="en">
                <a:solidFill>
                  <a:schemeClr val="dk1"/>
                </a:solidFill>
              </a:rPr>
              <a:t>iterate through using the acceleration equations from the book for coriolis force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Breaks out of loop when z value hits zero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Uses the last value from the iteration to calculate the shift between where we aimed and were it hit.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Then it graphs, the before and after of coriolis shift.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ea9a5fcc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dea9a5fcc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Back to model 1 (no coriolis)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e5b9451f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e5b9451f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Solving</a:t>
            </a:r>
            <a:r>
              <a:rPr lang="en"/>
              <a:t> for beta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Had to </a:t>
            </a:r>
            <a:r>
              <a:rPr lang="en"/>
              <a:t>iterate</a:t>
            </a:r>
            <a:r>
              <a:rPr lang="en"/>
              <a:t> through all possible launch angles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spits out the right launch angle so </a:t>
            </a:r>
            <a:r>
              <a:rPr lang="en"/>
              <a:t>nothing</a:t>
            </a:r>
            <a:r>
              <a:rPr lang="en"/>
              <a:t> crashes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08a2a6de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08a2a6de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like the other target function where it finds the new </a:t>
            </a:r>
            <a:r>
              <a:rPr lang="en"/>
              <a:t>coordinates, but it accounts for the: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Coriolis,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Velocity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Then you can run the projectile code again and it will print graphs and tell you how far off you are.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dea9a5fcc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dea9a5fcc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dea9a5fcc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dea9a5fcc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A4C2F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llhands.navy.mil/Features/Zumwalt/" TargetMode="External"/><Relationship Id="rId4" Type="http://schemas.openxmlformats.org/officeDocument/2006/relationships/hyperlink" Target="http://www.battleshipnewjersey.org/the-ship/full-history/#:~:text=USS%20New%20Jersey%20has%20an,with%20approximately%201%2C100%20individual%20compart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Effect of Coriolis Force on long range </a:t>
            </a:r>
            <a:r>
              <a:rPr lang="en"/>
              <a:t>ballistics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Lilly, Luke, Koen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2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273225"/>
            <a:ext cx="7688700" cy="30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	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Model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63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342100"/>
            <a:ext cx="747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Make a simple model on t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effects the coriolis force has on long range ballistics.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scenario is two battleships on the ocean, one named the SS Happiness (Ship A) , the other is named SS Frank Homework (Ship B). Ship A is firing a missile at Ship B.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900" y="3001700"/>
            <a:ext cx="3336200" cy="14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3095116" y="4515227"/>
            <a:ext cx="30573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50" lIns="80950" spcFirstLastPara="1" rIns="80950" wrap="square" tIns="809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1">
                <a:latin typeface="Times New Roman"/>
                <a:ea typeface="Times New Roman"/>
                <a:cs typeface="Times New Roman"/>
                <a:sym typeface="Times New Roman"/>
              </a:rPr>
              <a:t>Fig. 1 </a:t>
            </a:r>
            <a:r>
              <a:rPr b="1" lang="en" sz="1151">
                <a:latin typeface="Times New Roman"/>
                <a:ea typeface="Times New Roman"/>
                <a:cs typeface="Times New Roman"/>
                <a:sym typeface="Times New Roman"/>
              </a:rPr>
              <a:t>Acceleration</a:t>
            </a:r>
            <a:r>
              <a:rPr b="1" lang="en" sz="1151">
                <a:latin typeface="Times New Roman"/>
                <a:ea typeface="Times New Roman"/>
                <a:cs typeface="Times New Roman"/>
                <a:sym typeface="Times New Roman"/>
              </a:rPr>
              <a:t> Equations (9.53) from Taylor</a:t>
            </a:r>
            <a:endParaRPr b="1" sz="115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7650" y="647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Building The Model - What are we doing</a:t>
            </a:r>
            <a:endParaRPr b="0" sz="1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87300" y="1349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1 -Not accounting for coriolis force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2 -Accounting for coriolis force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3- Moving Enemy ship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7650" y="613450"/>
            <a:ext cx="7688700" cy="5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Fixed Model Without Coriolis Correction (Model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450" y="1040625"/>
            <a:ext cx="3645187" cy="369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975" y="4730675"/>
            <a:ext cx="6070116" cy="3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266475" y="1213801"/>
            <a:ext cx="1191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 </a:t>
            </a:r>
            <a:endParaRPr b="1" sz="14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266475" y="3832801"/>
            <a:ext cx="1828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=  820 m/s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9.8m/s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= 1225 kg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𝛀 = 7.3*10</a:t>
            </a:r>
            <a:r>
              <a:rPr baseline="30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266475" y="3535601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198700" y="1513851"/>
            <a:ext cx="3000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ship position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Colatitude of Ship A: 30 degrees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position of Ship b: 50km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position of Ship b: 4km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within +/- 20 meters in X and Y, and -5 to +30 in Z count as a hit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522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 Code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5785" l="0" r="10770" t="21991"/>
          <a:stretch/>
        </p:blipFill>
        <p:spPr>
          <a:xfrm>
            <a:off x="1721075" y="1309450"/>
            <a:ext cx="5701851" cy="369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7650" y="613450"/>
            <a:ext cx="7688700" cy="5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Fixed Model With Coriolis Correction (Model 2)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266475" y="1203325"/>
            <a:ext cx="1191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 </a:t>
            </a:r>
            <a:endParaRPr b="1" sz="14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66475" y="3822325"/>
            <a:ext cx="1828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=  820 m/s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9.8m/s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= 1225 kg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𝛀 = 7.3*10</a:t>
            </a:r>
            <a:r>
              <a:rPr baseline="30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266475" y="3525125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198700" y="1503375"/>
            <a:ext cx="3000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ship position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Colatitude of Ship A: 30 degrees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position of Ship b: 50km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position of Ship b: 4km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within +/- 20 meters in X and Y, and -5 to +30 in Z count as a hit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3464" r="17433" t="7851"/>
          <a:stretch/>
        </p:blipFill>
        <p:spPr>
          <a:xfrm>
            <a:off x="4257775" y="1203313"/>
            <a:ext cx="3299376" cy="34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5425" y="4596055"/>
            <a:ext cx="4844079" cy="3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 Code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25" y="1787089"/>
            <a:ext cx="7688700" cy="1569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 Code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53906"/>
          <a:stretch/>
        </p:blipFill>
        <p:spPr>
          <a:xfrm>
            <a:off x="4695799" y="1204375"/>
            <a:ext cx="4406150" cy="201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62442" l="0" r="23318" t="3870"/>
          <a:stretch/>
        </p:blipFill>
        <p:spPr>
          <a:xfrm>
            <a:off x="72475" y="1204375"/>
            <a:ext cx="4623323" cy="201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6533" r="16785" t="73108"/>
          <a:stretch/>
        </p:blipFill>
        <p:spPr>
          <a:xfrm>
            <a:off x="1965840" y="3216976"/>
            <a:ext cx="5212325" cy="181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727650" y="629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Moving Enemy Ships (Model 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266475" y="1203325"/>
            <a:ext cx="1191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 </a:t>
            </a:r>
            <a:endParaRPr b="1" sz="14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297000" y="3607800"/>
            <a:ext cx="2275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=  820 m/s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Ship= 19m/s in X and 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9.8m/s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= 1225 kg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𝛀 = 7.3*10</a:t>
            </a:r>
            <a:r>
              <a:rPr baseline="30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</a:t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297000" y="3310600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198700" y="1503375"/>
            <a:ext cx="3000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Ship B moving at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Colatitude of Ship A: 30 degrees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position of Ship b: 50km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position of Ship b: 4km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within +/- 20 meters in X and Y, and -5 to +30 in Z count as a hit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 b="3247" l="944" r="44799" t="3953"/>
          <a:stretch/>
        </p:blipFill>
        <p:spPr>
          <a:xfrm>
            <a:off x="3651250" y="1203325"/>
            <a:ext cx="2275424" cy="224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b="97203" l="942" r="35773" t="0"/>
          <a:stretch/>
        </p:blipFill>
        <p:spPr>
          <a:xfrm>
            <a:off x="2787288" y="3452500"/>
            <a:ext cx="3569424" cy="9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 rotWithShape="1">
          <a:blip r:embed="rId4">
            <a:alphaModFix/>
          </a:blip>
          <a:srcRect b="0" l="0" r="0" t="2534"/>
          <a:stretch/>
        </p:blipFill>
        <p:spPr>
          <a:xfrm>
            <a:off x="6571500" y="1188726"/>
            <a:ext cx="2275426" cy="230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 rotWithShape="1">
          <a:blip r:embed="rId4">
            <a:alphaModFix/>
          </a:blip>
          <a:srcRect b="97857" l="0" r="13487" t="0"/>
          <a:stretch/>
        </p:blipFill>
        <p:spPr>
          <a:xfrm>
            <a:off x="6724948" y="3488302"/>
            <a:ext cx="1968530" cy="5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3 Code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58077" l="0" r="0" t="1165"/>
          <a:stretch/>
        </p:blipFill>
        <p:spPr>
          <a:xfrm>
            <a:off x="303350" y="1406468"/>
            <a:ext cx="6198425" cy="26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 rotWithShape="1">
          <a:blip r:embed="rId3">
            <a:alphaModFix/>
          </a:blip>
          <a:srcRect b="0" l="0" r="21537" t="41921"/>
          <a:stretch/>
        </p:blipFill>
        <p:spPr>
          <a:xfrm>
            <a:off x="4956900" y="2034275"/>
            <a:ext cx="3853901" cy="29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3 Code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25" y="1555325"/>
            <a:ext cx="72961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Managed to make an </a:t>
            </a:r>
            <a:r>
              <a:rPr lang="en"/>
              <a:t>introductory</a:t>
            </a:r>
            <a:r>
              <a:rPr lang="en"/>
              <a:t> model for modeling the effect the coriolis force has on battleships engagements. </a:t>
            </a:r>
            <a:r>
              <a:rPr lang="en"/>
              <a:t>Building</a:t>
            </a:r>
            <a:r>
              <a:rPr lang="en"/>
              <a:t> up from a simplistic model of no movement allowed us to slowly work to a more complicated model, that was a successful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scientist its important to note the improvements that could be made: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Need to add drag and other possible effects into the simulation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Assumes constant velocities for ship and missile, which isn’t truly realistic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727650" y="716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727650" y="1476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Taylor, John R. </a:t>
            </a:r>
            <a:r>
              <a:rPr i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Mechanics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University Science Books, 2005.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https://allhands.navy.mil/Features/Zumwalt/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“Full History: Battleship New Jersey.”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Battleship New Jersey |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10 Mar. 2025,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www.battleshipnewjersey.org/the-ship/full-history/#:~:text=USS%20New%20Jersey%20has%20an,with%20approximately%201%2C100%20individual%20compartments.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